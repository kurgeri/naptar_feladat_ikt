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61" r:id="rId5"/>
    <p:sldId id="258" r:id="rId6"/>
    <p:sldId id="259" r:id="rId7"/>
    <p:sldId id="262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2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F8C95-D8BE-98A1-A2E4-D95AE2F241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347028-4E71-1428-704C-DCCAAD03DC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E6232-C567-9B15-DCA3-91CEF4766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5AB26-030B-47D5-BF32-0115C64994DA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845AB2-8A3C-BDCC-09A8-5C191A5B0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0F946-456C-C3DB-BDD4-6F2E097B2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6272B-CC7F-46F0-93FE-F09A132E30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5445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38167-5220-30E6-FE36-42008E2AC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C5416-DEC4-CE85-14EA-C8076A8556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1141AF-BEDF-52DA-4C4C-3A795C164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5AB26-030B-47D5-BF32-0115C64994DA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7A0F5F-797F-BDE2-8452-EB1BA4A4B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86454-1D5D-0EB1-ABA9-1A8845F66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6272B-CC7F-46F0-93FE-F09A132E30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3621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11B3E-1454-45B4-74FA-25BD45974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DC3AB1-40F1-1D93-BD19-F9D5A3575E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C54E1-9EE7-AF63-9B5C-99C2FAA2B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5AB26-030B-47D5-BF32-0115C64994DA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0AD96D-8773-853A-842D-0AA57DFE8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1767D-1947-306D-E4F0-2A1BC31B1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6272B-CC7F-46F0-93FE-F09A132E30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8814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4607E-9078-6224-BE1D-DCFBDE8EB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2F731-48C0-40C6-1C0B-924AA0E977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7D5603-2D3C-84D8-53B9-35A71D5D62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743699-A364-25F5-85E8-53A8A3948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5AB26-030B-47D5-BF32-0115C64994DA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2B693E-C623-7578-FD66-15DABC81D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5EC4C8-A8F6-1661-BFFA-AC985C063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6272B-CC7F-46F0-93FE-F09A132E30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6216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55755-F674-8B03-B180-47FBA0F7C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C5EE01-E76E-3EB3-6729-00190BE284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3615D5-45F1-CC18-542A-3021B4F07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6480A5-1B06-F77E-943E-00EC3C556F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7E391F-3D2E-23E2-6D0E-1DCCB3729E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43A21D-EC42-3D57-20AD-0B6F78734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5AB26-030B-47D5-BF32-0115C64994DA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AEB756-361A-E87B-B3C1-6C6E7FD39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C6A398-4DC8-28F3-1BD7-5EBF4DB75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6272B-CC7F-46F0-93FE-F09A132E30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0588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094BF-B94A-DC8A-2176-D5DDF3208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3338FD-2101-331D-DF68-ADAE9877D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5AB26-030B-47D5-BF32-0115C64994DA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B9878A-8A25-2F75-C29F-9A5B8084E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AD8F63-20E2-3A2E-2856-80DCEF672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6272B-CC7F-46F0-93FE-F09A132E30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4974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155945-7EA5-A932-D186-7611E0B4F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5AB26-030B-47D5-BF32-0115C64994DA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5DBAAB-97F3-8282-5BD0-17436C5EE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C82245-4EAD-BF96-A60D-8D79FA0C8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6272B-CC7F-46F0-93FE-F09A132E30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6183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68AF6-13DA-0497-9DD3-BDFA4890B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931C3-C5F2-5B5E-A0E1-1D281802D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FA920A-E01C-AC47-DDFE-22CE46DBB6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876A88-2F4E-6424-18CD-05546E5A9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5AB26-030B-47D5-BF32-0115C64994DA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DA9EC-F506-D23D-0D92-792DC1973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1A80FE-A51C-3933-A133-7109BD675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6272B-CC7F-46F0-93FE-F09A132E30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0156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D4DCB-9316-540C-C140-812640632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DA480A-7C96-5A3A-0C7D-595A74B1AA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FAF4CA-9CC2-57B8-480D-C31B52E23D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78A1F-3673-1752-4584-E037FB6A5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5AB26-030B-47D5-BF32-0115C64994DA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9F0F3-3063-911A-A87D-B3C281F04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6494EA-CADB-2A52-DAAA-9DD95F294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6272B-CC7F-46F0-93FE-F09A132E30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3251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1703B-F0B1-5313-6C01-29DA67BFB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8EEC4F-0FE5-CE80-40FB-B2F8F727BD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856B3-B0BF-22D0-8BAF-2F0DB48DE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5AB26-030B-47D5-BF32-0115C64994DA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852AC1-50B8-79FA-5ECD-C3D88ED29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C413A-EEFF-633B-9561-03FDBD539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6272B-CC7F-46F0-93FE-F09A132E30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3116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AFBB17-15AB-A5D6-88DB-B744C2500D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E5558C-4A11-2014-3F5D-710E50CB11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A449A-14BD-BBFE-0FBA-DA23D02FA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5AB26-030B-47D5-BF32-0115C64994DA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3BCC2-5692-4F14-825D-8FBDEC799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F2D8D7-B12C-BA62-526F-85045491B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6272B-CC7F-46F0-93FE-F09A132E30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5777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08433D-D28F-09C6-CD84-8F8294AB2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2A10B9-559A-A9A1-263A-E6F363035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CB8EC-F7B4-3F33-0E97-FAFB30AB5E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35AB26-030B-47D5-BF32-0115C64994DA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D5DD9C-DE38-6CEC-EED4-DAE6F423E5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74D5A0-C136-F4A3-EB7A-8DE9A930C3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96272B-CC7F-46F0-93FE-F09A132E30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60248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13C48-80C9-2D71-AAEA-22756AD07F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7736" y="537147"/>
            <a:ext cx="9144000" cy="2387600"/>
          </a:xfrm>
        </p:spPr>
        <p:txBody>
          <a:bodyPr>
            <a:normAutofit/>
          </a:bodyPr>
          <a:lstStyle/>
          <a:p>
            <a:r>
              <a:rPr lang="hu-HU" sz="9600" dirty="0">
                <a:latin typeface="Rockwell" panose="02060603020205020403" pitchFamily="18" charset="0"/>
              </a:rPr>
              <a:t>Naptár projekt</a:t>
            </a:r>
            <a:endParaRPr lang="en-GB" sz="9600" dirty="0">
              <a:latin typeface="Rockwell" panose="020606030202050204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283F04-0B7C-9EFF-C98A-EBDFC40B88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35110"/>
            <a:ext cx="9144000" cy="1655762"/>
          </a:xfrm>
        </p:spPr>
        <p:txBody>
          <a:bodyPr>
            <a:normAutofit/>
          </a:bodyPr>
          <a:lstStyle/>
          <a:p>
            <a:r>
              <a:rPr lang="hu-HU" sz="4000" dirty="0">
                <a:latin typeface="Verdana" panose="020B0604030504040204" pitchFamily="34" charset="0"/>
                <a:ea typeface="Verdana" panose="020B0604030504040204" pitchFamily="34" charset="0"/>
              </a:rPr>
              <a:t>Készítette: Kurunczi Gergő</a:t>
            </a:r>
            <a:endParaRPr lang="en-GB" sz="4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0144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409E5-7428-3A75-4FF9-7D70F260B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2D21B-2FB9-E8AB-D600-FB1D79080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hu-HU" sz="6600" dirty="0">
                <a:latin typeface="Rockwell" panose="02060603020205020403" pitchFamily="18" charset="0"/>
              </a:rPr>
              <a:t>A program elvei</a:t>
            </a:r>
            <a:endParaRPr lang="en-GB" sz="6600" dirty="0"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9CC6D-E5B5-D893-4726-55DD3D239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3817"/>
            <a:ext cx="12192000" cy="5495927"/>
          </a:xfrm>
        </p:spPr>
        <p:txBody>
          <a:bodyPr/>
          <a:lstStyle/>
          <a:p>
            <a:r>
              <a:rPr lang="hu-HU" sz="3200" dirty="0">
                <a:latin typeface="Verdana" panose="020B0604030504040204" pitchFamily="34" charset="0"/>
                <a:ea typeface="Verdana" panose="020B0604030504040204" pitchFamily="34" charset="0"/>
              </a:rPr>
              <a:t>A program egy több függvényből álló, struktúrát felhasználó program.</a:t>
            </a:r>
          </a:p>
          <a:p>
            <a:r>
              <a:rPr lang="hu-HU" sz="3200" dirty="0">
                <a:latin typeface="Verdana" panose="020B0604030504040204" pitchFamily="34" charset="0"/>
                <a:ea typeface="Verdana" panose="020B0604030504040204" pitchFamily="34" charset="0"/>
              </a:rPr>
              <a:t>2 Felhasználóval működik: Apa/Anya</a:t>
            </a:r>
          </a:p>
          <a:p>
            <a:r>
              <a:rPr lang="hu-HU" sz="3200" dirty="0">
                <a:latin typeface="Verdana" panose="020B0604030504040204" pitchFamily="34" charset="0"/>
                <a:ea typeface="Verdana" panose="020B0604030504040204" pitchFamily="34" charset="0"/>
              </a:rPr>
              <a:t>Random generált események</a:t>
            </a:r>
          </a:p>
          <a:p>
            <a:r>
              <a:rPr lang="hu-HU" sz="3200" dirty="0">
                <a:latin typeface="Verdana" panose="020B0604030504040204" pitchFamily="34" charset="0"/>
                <a:ea typeface="Verdana" panose="020B0604030504040204" pitchFamily="34" charset="0"/>
              </a:rPr>
              <a:t>Tetszőleges események hozzáadása</a:t>
            </a:r>
          </a:p>
          <a:p>
            <a:r>
              <a:rPr lang="hu-HU" sz="3200" dirty="0">
                <a:latin typeface="Verdana" panose="020B0604030504040204" pitchFamily="34" charset="0"/>
                <a:ea typeface="Verdana" panose="020B0604030504040204" pitchFamily="34" charset="0"/>
              </a:rPr>
              <a:t>Legközelebbi események megjelenítése</a:t>
            </a:r>
          </a:p>
          <a:p>
            <a:r>
              <a:rPr lang="hu-HU" sz="3200" dirty="0">
                <a:latin typeface="Verdana" panose="020B0604030504040204" pitchFamily="34" charset="0"/>
                <a:ea typeface="Verdana" panose="020B0604030504040204" pitchFamily="34" charset="0"/>
              </a:rPr>
              <a:t>Események kiíratása egy fájlba</a:t>
            </a:r>
          </a:p>
          <a:p>
            <a:endParaRPr lang="hu-HU" sz="3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GB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656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526E7-8775-69FC-68A6-593D5370A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hu-HU" sz="6000" dirty="0">
                <a:latin typeface="Rockwell" panose="02060603020205020403" pitchFamily="18" charset="0"/>
              </a:rPr>
              <a:t>Kezdés</a:t>
            </a:r>
            <a:endParaRPr lang="en-GB" sz="6000" dirty="0"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7CD5E-E93C-4DED-D417-0E6EE1BA2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3817"/>
            <a:ext cx="12192000" cy="5495927"/>
          </a:xfrm>
        </p:spPr>
        <p:txBody>
          <a:bodyPr/>
          <a:lstStyle/>
          <a:p>
            <a:r>
              <a:rPr lang="hu-HU" dirty="0">
                <a:latin typeface="Verdana" panose="020B0604030504040204" pitchFamily="34" charset="0"/>
                <a:ea typeface="Verdana" panose="020B0604030504040204" pitchFamily="34" charset="0"/>
              </a:rPr>
              <a:t>Kezdetben a program megkérdezi, melyik felhasználót szeretnénk használni:</a:t>
            </a:r>
          </a:p>
          <a:p>
            <a:r>
              <a:rPr lang="hu-HU" dirty="0">
                <a:latin typeface="Verdana" panose="020B0604030504040204" pitchFamily="34" charset="0"/>
                <a:ea typeface="Verdana" panose="020B0604030504040204" pitchFamily="34" charset="0"/>
              </a:rPr>
              <a:t>Későbbekben, ha a</a:t>
            </a:r>
            <a:br>
              <a:rPr lang="hu-HU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hu-HU" dirty="0">
                <a:latin typeface="Verdana" panose="020B0604030504040204" pitchFamily="34" charset="0"/>
                <a:ea typeface="Verdana" panose="020B0604030504040204" pitchFamily="34" charset="0"/>
              </a:rPr>
              <a:t>felhasználó váltást</a:t>
            </a:r>
            <a:br>
              <a:rPr lang="hu-HU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hu-HU" dirty="0">
                <a:latin typeface="Verdana" panose="020B0604030504040204" pitchFamily="34" charset="0"/>
                <a:ea typeface="Verdana" panose="020B0604030504040204" pitchFamily="34" charset="0"/>
              </a:rPr>
              <a:t>választjuk a menüben,</a:t>
            </a:r>
            <a:br>
              <a:rPr lang="hu-HU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hu-HU" dirty="0">
                <a:latin typeface="Verdana" panose="020B0604030504040204" pitchFamily="34" charset="0"/>
                <a:ea typeface="Verdana" panose="020B0604030504040204" pitchFamily="34" charset="0"/>
              </a:rPr>
              <a:t>akkor ide fog vissza</a:t>
            </a:r>
            <a:br>
              <a:rPr lang="hu-HU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hu-HU" dirty="0">
                <a:latin typeface="Verdana" panose="020B0604030504040204" pitchFamily="34" charset="0"/>
                <a:ea typeface="Verdana" panose="020B0604030504040204" pitchFamily="34" charset="0"/>
              </a:rPr>
              <a:t>rakni a program.</a:t>
            </a:r>
          </a:p>
          <a:p>
            <a:endParaRPr lang="en-GB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35E66F0-D76E-9413-82E3-57AD306F2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529" y="1993950"/>
            <a:ext cx="7516945" cy="419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249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B2A15-F24E-7F0B-3A85-A494CCCF0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A6144-5D90-7645-877C-F08A49D95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hu-HU" sz="6000" dirty="0">
                <a:latin typeface="Rockwell" panose="02060603020205020403" pitchFamily="18" charset="0"/>
              </a:rPr>
              <a:t>Menü</a:t>
            </a:r>
            <a:endParaRPr lang="en-GB" sz="6000" dirty="0"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224BF-F2C5-BDDE-C15D-D5A1FC52A8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3817"/>
            <a:ext cx="12192000" cy="5495927"/>
          </a:xfrm>
        </p:spPr>
        <p:txBody>
          <a:bodyPr/>
          <a:lstStyle/>
          <a:p>
            <a:r>
              <a:rPr lang="hu-HU" dirty="0">
                <a:latin typeface="Verdana" panose="020B0604030504040204" pitchFamily="34" charset="0"/>
                <a:ea typeface="Verdana" panose="020B0604030504040204" pitchFamily="34" charset="0"/>
              </a:rPr>
              <a:t>Miután kiválasztottuk a felhasználót, megjelenik előttünk a menü:</a:t>
            </a:r>
          </a:p>
          <a:p>
            <a:r>
              <a:rPr lang="hu-HU" dirty="0">
                <a:latin typeface="Verdana" panose="020B0604030504040204" pitchFamily="34" charset="0"/>
                <a:ea typeface="Verdana" panose="020B0604030504040204" pitchFamily="34" charset="0"/>
              </a:rPr>
              <a:t>Itt megjelennek a</a:t>
            </a:r>
            <a:br>
              <a:rPr lang="hu-HU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hu-HU" dirty="0">
                <a:latin typeface="Verdana" panose="020B0604030504040204" pitchFamily="34" charset="0"/>
                <a:ea typeface="Verdana" panose="020B0604030504040204" pitchFamily="34" charset="0"/>
              </a:rPr>
              <a:t>menü opcióink.</a:t>
            </a:r>
            <a:br>
              <a:rPr lang="hu-HU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hu-HU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endParaRPr lang="en-GB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74BA24-C69B-2C7A-1E3A-01DA569E5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275" y="2011273"/>
            <a:ext cx="7429623" cy="4197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630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24226-0C4C-1623-D95D-C4E46C6B8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5E047-ABF4-05A3-525B-662AE2EA2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hu-HU" sz="6000" dirty="0">
                <a:latin typeface="Rockwell" panose="02060603020205020403" pitchFamily="18" charset="0"/>
              </a:rPr>
              <a:t>Naptár</a:t>
            </a:r>
            <a:endParaRPr lang="en-GB" sz="6000" dirty="0"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28D2A-9FFD-B210-2C16-745CC319B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3817"/>
            <a:ext cx="12192000" cy="5495927"/>
          </a:xfrm>
        </p:spPr>
        <p:txBody>
          <a:bodyPr/>
          <a:lstStyle/>
          <a:p>
            <a:r>
              <a:rPr lang="hu-HU" dirty="0">
                <a:latin typeface="Verdana" panose="020B0604030504040204" pitchFamily="34" charset="0"/>
                <a:ea typeface="Verdana" panose="020B0604030504040204" pitchFamily="34" charset="0"/>
              </a:rPr>
              <a:t>A naptár-</a:t>
            </a:r>
            <a:r>
              <a:rPr lang="hu-HU" dirty="0" err="1">
                <a:latin typeface="Verdana" panose="020B0604030504040204" pitchFamily="34" charset="0"/>
                <a:ea typeface="Verdana" panose="020B0604030504040204" pitchFamily="34" charset="0"/>
              </a:rPr>
              <a:t>at</a:t>
            </a:r>
            <a:r>
              <a:rPr lang="hu-HU" dirty="0">
                <a:latin typeface="Verdana" panose="020B0604030504040204" pitchFamily="34" charset="0"/>
                <a:ea typeface="Verdana" panose="020B0604030504040204" pitchFamily="34" charset="0"/>
              </a:rPr>
              <a:t> kiválasztva elénk tárul a naptár.</a:t>
            </a:r>
          </a:p>
          <a:p>
            <a:r>
              <a:rPr lang="hu-HU" dirty="0">
                <a:latin typeface="Verdana" panose="020B0604030504040204" pitchFamily="34" charset="0"/>
                <a:ea typeface="Verdana" panose="020B0604030504040204" pitchFamily="34" charset="0"/>
              </a:rPr>
              <a:t>Ha szeretnénk, megnézhetjük</a:t>
            </a:r>
            <a:br>
              <a:rPr lang="hu-HU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hu-HU" dirty="0">
                <a:latin typeface="Verdana" panose="020B0604030504040204" pitchFamily="34" charset="0"/>
                <a:ea typeface="Verdana" panose="020B0604030504040204" pitchFamily="34" charset="0"/>
              </a:rPr>
              <a:t>egy adott naphoz tartozó</a:t>
            </a:r>
            <a:br>
              <a:rPr lang="hu-HU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hu-HU" dirty="0">
                <a:latin typeface="Verdana" panose="020B0604030504040204" pitchFamily="34" charset="0"/>
                <a:ea typeface="Verdana" panose="020B0604030504040204" pitchFamily="34" charset="0"/>
              </a:rPr>
              <a:t>eseményeket.</a:t>
            </a:r>
          </a:p>
          <a:p>
            <a:endParaRPr lang="hu-H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hu-H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hu-H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hu-HU" dirty="0">
                <a:latin typeface="Verdana" panose="020B0604030504040204" pitchFamily="34" charset="0"/>
                <a:ea typeface="Verdana" panose="020B0604030504040204" pitchFamily="34" charset="0"/>
              </a:rPr>
              <a:t>Akár egy új eseményt is megadhatunk ha szeretnénk.</a:t>
            </a:r>
            <a:endParaRPr lang="en-GB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C70E218-6406-569A-D80F-8BADE4D89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81" y="3124474"/>
            <a:ext cx="5772956" cy="141942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9E3DCA6-C7DF-6594-C335-F4E2AFFB90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166" y="1744021"/>
            <a:ext cx="6287377" cy="200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459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06990-7596-0FA2-3023-E17936E0E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4EF1B-6C17-52AA-05EC-93DCAE43C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hu-HU" sz="6000" dirty="0">
                <a:latin typeface="Rockwell" panose="02060603020205020403" pitchFamily="18" charset="0"/>
              </a:rPr>
              <a:t>Új esemény rögzítése.</a:t>
            </a:r>
            <a:endParaRPr lang="en-GB" sz="6000" dirty="0"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6954C-42D2-9879-20D9-789C29278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3817"/>
            <a:ext cx="12192000" cy="5495927"/>
          </a:xfrm>
        </p:spPr>
        <p:txBody>
          <a:bodyPr/>
          <a:lstStyle/>
          <a:p>
            <a:r>
              <a:rPr lang="hu-HU" sz="2400" dirty="0">
                <a:latin typeface="Verdana" panose="020B0604030504040204" pitchFamily="34" charset="0"/>
                <a:ea typeface="Verdana" panose="020B0604030504040204" pitchFamily="34" charset="0"/>
              </a:rPr>
              <a:t>Ha új eseményt szeretnénk rögzíteni, akkor</a:t>
            </a:r>
            <a:br>
              <a:rPr lang="hu-HU" sz="24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hu-HU" sz="2400" dirty="0">
                <a:latin typeface="Verdana" panose="020B0604030504040204" pitchFamily="34" charset="0"/>
                <a:ea typeface="Verdana" panose="020B0604030504040204" pitchFamily="34" charset="0"/>
              </a:rPr>
              <a:t>a program ki írja az összes jelenlegi eseményt.</a:t>
            </a:r>
          </a:p>
          <a:p>
            <a:r>
              <a:rPr lang="hu-HU" sz="2400" dirty="0">
                <a:latin typeface="Verdana" panose="020B0604030504040204" pitchFamily="34" charset="0"/>
                <a:ea typeface="Verdana" panose="020B0604030504040204" pitchFamily="34" charset="0"/>
              </a:rPr>
              <a:t>Ezután megkérdezi, hogy a jelenlegi felhasználót</a:t>
            </a:r>
            <a:br>
              <a:rPr lang="hu-HU" sz="24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hu-HU" sz="2400" dirty="0">
                <a:latin typeface="Verdana" panose="020B0604030504040204" pitchFamily="34" charset="0"/>
                <a:ea typeface="Verdana" panose="020B0604030504040204" pitchFamily="34" charset="0"/>
              </a:rPr>
              <a:t>szeretnénk-e használni.</a:t>
            </a:r>
          </a:p>
          <a:p>
            <a:r>
              <a:rPr lang="hu-HU" sz="2400" dirty="0">
                <a:latin typeface="Verdana" panose="020B0604030504040204" pitchFamily="34" charset="0"/>
                <a:ea typeface="Verdana" panose="020B0604030504040204" pitchFamily="34" charset="0"/>
              </a:rPr>
              <a:t>Utána bekéri az esemény nevét, kezdeti időpontját, és</a:t>
            </a:r>
            <a:br>
              <a:rPr lang="hu-HU" sz="24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hu-HU" sz="2400" dirty="0">
                <a:latin typeface="Verdana" panose="020B0604030504040204" pitchFamily="34" charset="0"/>
                <a:ea typeface="Verdana" panose="020B0604030504040204" pitchFamily="34" charset="0"/>
              </a:rPr>
              <a:t>végét.</a:t>
            </a:r>
          </a:p>
          <a:p>
            <a:endParaRPr lang="hu-HU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hu-HU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hu-HU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A812F3-17BC-C93D-6D06-200D4BC8C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1408120"/>
            <a:ext cx="3230880" cy="54316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45BE738-9C41-1751-875B-DFEB736A40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19500"/>
            <a:ext cx="8125906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760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18718-7B08-3152-9579-0DCF33B04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FEA47-29A5-1BFA-E67D-C3A52EA12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>
            <a:normAutofit fontScale="90000"/>
          </a:bodyPr>
          <a:lstStyle/>
          <a:p>
            <a:pPr algn="ctr"/>
            <a:br>
              <a:rPr lang="hu-HU" dirty="0">
                <a:latin typeface="Rockwell" panose="02060603020205020403" pitchFamily="18" charset="0"/>
              </a:rPr>
            </a:br>
            <a:r>
              <a:rPr lang="hu-HU" sz="5300" dirty="0">
                <a:latin typeface="Rockwell" panose="02060603020205020403" pitchFamily="18" charset="0"/>
              </a:rPr>
              <a:t>Legközelebbi esemény.</a:t>
            </a:r>
            <a:endParaRPr lang="en-GB" dirty="0"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A59D1-3B36-754A-E8E7-7A1F11ABBF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3817"/>
            <a:ext cx="12192000" cy="5495927"/>
          </a:xfrm>
        </p:spPr>
        <p:txBody>
          <a:bodyPr/>
          <a:lstStyle/>
          <a:p>
            <a:r>
              <a:rPr lang="hu-HU" sz="3200" dirty="0">
                <a:latin typeface="Verdana" panose="020B0604030504040204" pitchFamily="34" charset="0"/>
                <a:ea typeface="Verdana" panose="020B0604030504040204" pitchFamily="34" charset="0"/>
              </a:rPr>
              <a:t>A program generál egy random februári dátumot, és ahhoz viszonyítva kiírja a legközelebbi eseményt.</a:t>
            </a:r>
          </a:p>
          <a:p>
            <a:endParaRPr lang="hu-HU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hu-HU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0C376A-B321-6307-3916-D4810F620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6" y="2565605"/>
            <a:ext cx="7478169" cy="6954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6B0E098-6375-C084-6667-4C00E0D00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46" y="3965136"/>
            <a:ext cx="7725853" cy="59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063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38412-A212-7751-6FF8-33F2DB643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BCBA8-04C1-0F38-DD03-51A54E4FC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hu-HU" sz="7200" dirty="0">
                <a:latin typeface="Rockwell" panose="02060603020205020403" pitchFamily="18" charset="0"/>
              </a:rPr>
              <a:t>Kilépés</a:t>
            </a:r>
            <a:endParaRPr lang="en-GB" dirty="0"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E771D-3DD4-111D-71E3-51C1EED17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3817"/>
            <a:ext cx="12192000" cy="5495927"/>
          </a:xfrm>
        </p:spPr>
        <p:txBody>
          <a:bodyPr/>
          <a:lstStyle/>
          <a:p>
            <a:r>
              <a:rPr lang="hu-HU" sz="2400" dirty="0">
                <a:latin typeface="Verdana" panose="020B0604030504040204" pitchFamily="34" charset="0"/>
                <a:ea typeface="Verdana" panose="020B0604030504040204" pitchFamily="34" charset="0"/>
              </a:rPr>
              <a:t>A kilépésnél a program leáll, és az</a:t>
            </a:r>
            <a:br>
              <a:rPr lang="hu-HU" sz="24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hu-HU" sz="2400" dirty="0">
                <a:latin typeface="Verdana" panose="020B0604030504040204" pitchFamily="34" charset="0"/>
                <a:ea typeface="Verdana" panose="020B0604030504040204" pitchFamily="34" charset="0"/>
              </a:rPr>
              <a:t>eddig memóriában tárolt adatokat</a:t>
            </a:r>
            <a:br>
              <a:rPr lang="hu-HU" sz="24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hu-HU" sz="2400" dirty="0">
                <a:latin typeface="Verdana" panose="020B0604030504040204" pitchFamily="34" charset="0"/>
                <a:ea typeface="Verdana" panose="020B0604030504040204" pitchFamily="34" charset="0"/>
              </a:rPr>
              <a:t> egy fájlba menti el.</a:t>
            </a:r>
          </a:p>
          <a:p>
            <a:endParaRPr lang="hu-HU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hu-HU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95E05E-FF7D-107D-2B0E-59E3B2F8F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6375" y="1143797"/>
            <a:ext cx="3095625" cy="5714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1847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209</Words>
  <Application>Microsoft Office PowerPoint</Application>
  <PresentationFormat>Widescreen</PresentationFormat>
  <Paragraphs>31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Rockwell</vt:lpstr>
      <vt:lpstr>Verdana</vt:lpstr>
      <vt:lpstr>Office Theme</vt:lpstr>
      <vt:lpstr>Naptár projekt</vt:lpstr>
      <vt:lpstr>A program elvei</vt:lpstr>
      <vt:lpstr>Kezdés</vt:lpstr>
      <vt:lpstr>Menü</vt:lpstr>
      <vt:lpstr>Naptár</vt:lpstr>
      <vt:lpstr>Új esemény rögzítése.</vt:lpstr>
      <vt:lpstr> Legközelebbi esemény.</vt:lpstr>
      <vt:lpstr>Kilépés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Gergo</dc:creator>
  <cp:lastModifiedBy>Gergo</cp:lastModifiedBy>
  <cp:revision>55</cp:revision>
  <dcterms:created xsi:type="dcterms:W3CDTF">2026-02-08T22:09:25Z</dcterms:created>
  <dcterms:modified xsi:type="dcterms:W3CDTF">2026-02-09T00:42:51Z</dcterms:modified>
</cp:coreProperties>
</file>